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229600" cy="822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66"/>
                </a:solidFill>
              </a:defRPr>
            </a:pPr>
            <a:r>
              <a:rPr/>
              <a:t>Continuum: Rail-Agnostic Payments Operations Platform</a:t>
            </a:r>
          </a:p>
          <a:p>
            <a:pPr algn="ctr">
              <a:spcAft>
                <a:spcPts val="1200"/>
              </a:spcAft>
              <a:defRPr sz="1200">
                <a:solidFill>
                  <a:srgbClr val="000000"/>
                </a:solidFill>
              </a:defRPr>
            </a:pPr>
            <a:r>
              <a:rPr/>
              <a:t>Solving operational chaos across Zelle, FedNow, RTP, ACH, and Wires with a unified orchestration layer.</a:t>
            </a:r>
          </a:p>
          <a:p>
            <a:pPr lvl="1">
              <a:defRPr sz="1200">
                <a:solidFill>
                  <a:srgbClr val="000000"/>
                </a:solidFill>
              </a:defRPr>
            </a:pPr>
            <a:r>
              <a:rPr/>
              <a:t>Unified control plane automates incident response, recovery, validation, and audits</a:t>
            </a:r>
          </a:p>
          <a:p>
            <a:pPr lvl="1">
              <a:defRPr sz="1200">
                <a:solidFill>
                  <a:srgbClr val="000000"/>
                </a:solidFill>
              </a:defRPr>
            </a:pPr>
            <a:r>
              <a:rPr/>
              <a:t>Does not touch transaction flow — non-invasive and compliance-safe</a:t>
            </a:r>
          </a:p>
          <a:p>
            <a:pPr lvl="1">
              <a:defRPr sz="1200">
                <a:solidFill>
                  <a:srgbClr val="000000"/>
                </a:solidFill>
              </a:defRPr>
            </a:pPr>
            <a:r>
              <a:rPr/>
              <a:t>Supports Zelle (operations only), FedNow, RTP, ACH, Wires, Core Banking</a:t>
            </a:r>
          </a:p>
          <a:p>
            <a:pPr lvl="1">
              <a:defRPr sz="1200">
                <a:solidFill>
                  <a:srgbClr val="000000"/>
                </a:solidFill>
              </a:defRPr>
            </a:pPr>
            <a:r>
              <a:rPr/>
              <a:t>Reduces risk, mean-time-to-repair, and regulatory exposure</a:t>
            </a:r>
          </a:p>
          <a:p>
            <a:pPr lvl="1">
              <a:defRPr sz="1200">
                <a:solidFill>
                  <a:srgbClr val="000000"/>
                </a:solidFill>
              </a:defRPr>
            </a:pPr>
            <a:r>
              <a:rPr/>
              <a:t>Designed for CIO / CRO / Payments Ops leadership</a:t>
            </a:r>
          </a:p>
        </p:txBody>
      </p:sp>
      <p:pic>
        <p:nvPicPr>
          <p:cNvPr id="4" name="Picture 3" descr="continuu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14800"/>
            <a:ext cx="6400800" cy="426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