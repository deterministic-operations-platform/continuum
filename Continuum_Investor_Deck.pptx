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Continuum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Evidence-First Engineering Ops Control Plane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high-stakes engineering work into deterministic, replayable Runs with audit-ready proof.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10607040" cy="0"/>
          </a:xfrm>
          <a:prstGeom prst="line">
            <a:avLst/>
          </a:prstGeom>
          <a:noFill/>
          <a:ln w="12700">
            <a:solidFill>
              <a:srgbClr val="22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Runs | Audit-Ready Proof | Policy Gates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Pain (what banks live with)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orchestration across Jira, Git, CI, Postman/Newman, logs, and DB verification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cycle time: repeated restarts, reruns, and tribal runbooks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verification and fragile environments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evidence is manual, incomplete, and non-standard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it's hard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services, many repos, many dependencies, shared environments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Controls, approvals, and incident pressure add friction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 don't capture real operational workflows or proof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Banks don't just ship code - they must prove safety and correctness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missing primitive is a Run: inputs -&gt; plan -&gt; execution -&gt; verification -&gt; evidence -&gt; publish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proof is automatic, speed and safety stop being a tradeoff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Scenario-as-data: deterministic plans (serial + parallel) from a single workflow definition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 runtime: lifecycle | transport | verification | evidence collection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gates: required tests/checks/evidence before sign-off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Publish: HTML report + JSON summary back to Jira/CI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Run outputs (the receipt)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bundle: scenario snapshot, per-step inputs/outputs, logs, DB assertions, test reports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Tamper-evident manifest (hashes) + structured summary (pass/fail + root cause)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correlation across tests/logs/data so verification is explainable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to financial companies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Cycle-time compression: less orchestration, fewer reruns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risk: standardized verification and enforced gates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speed + proof: repeatable playbooks with automatic evidence capture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readiness by default: consistent receipts for changes and incidents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-&gt; platform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Beachhead: payments-grade workflows (FedNow/RTP regressions, RoF, integration verification)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Expand: fraud/risk, identity/KYC/AML, core banking integrations, regulated change control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Anywhere you need repeatable execution + proof, Continuum fits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format becomes the internal standard ("the receipt")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 becomes the control point for what can ship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library/playbook network effects across teams and systems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07040" cy="50292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37360"/>
            <a:ext cx="9966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 bottom-up with engineering teams (productivity + receipts)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to platform/payments ops (governance + standard verification)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rollout with policies, approvals, and audit reporting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Continuum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 Investor Deck</dc:title>
  <dc:subject>Investor Deck</dc:subject>
  <dc:creator>Continuum</dc:creator>
  <cp:lastModifiedBy>Continuum</cp:lastModifiedBy>
  <cp:revision>1</cp:revision>
  <dcterms:created xsi:type="dcterms:W3CDTF">2026-02-24T00:18:17Z</dcterms:created>
  <dcterms:modified xsi:type="dcterms:W3CDTF">2026-02-24T00:18:17Z</dcterms:modified>
</cp:coreProperties>
</file>